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16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recreates the taxonomy as editable PowerPoint shapes and text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of AI-Based ASD Movement Analysis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099048" y="1655064"/>
            <a:ext cx="0" cy="265176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1645920" y="1920240"/>
            <a:ext cx="8979408" cy="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1645920" y="1920240"/>
            <a:ext cx="0" cy="649224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1645920" y="3154680"/>
            <a:ext cx="0" cy="27432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969264" y="3429000"/>
            <a:ext cx="1353312" cy="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969264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>
            <a:off x="2322576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4654296" y="1920240"/>
            <a:ext cx="0" cy="649224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654296" y="3154680"/>
            <a:ext cx="0" cy="27432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3977640" y="3429000"/>
            <a:ext cx="1353312" cy="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13" name="Shape 11"/>
          <p:cNvSpPr/>
          <p:nvPr/>
        </p:nvSpPr>
        <p:spPr>
          <a:xfrm>
            <a:off x="3977640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4" name="Shape 12"/>
          <p:cNvSpPr/>
          <p:nvPr/>
        </p:nvSpPr>
        <p:spPr>
          <a:xfrm>
            <a:off x="5330952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7644384" y="1920240"/>
            <a:ext cx="0" cy="649224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7644384" y="3154680"/>
            <a:ext cx="0" cy="27432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7022592" y="3429000"/>
            <a:ext cx="1243584" cy="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18" name="Shape 16"/>
          <p:cNvSpPr/>
          <p:nvPr/>
        </p:nvSpPr>
        <p:spPr>
          <a:xfrm>
            <a:off x="7022592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8266176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20" name="Shape 18"/>
          <p:cNvSpPr/>
          <p:nvPr/>
        </p:nvSpPr>
        <p:spPr>
          <a:xfrm>
            <a:off x="10625328" y="1920240"/>
            <a:ext cx="0" cy="649224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21" name="Shape 19"/>
          <p:cNvSpPr/>
          <p:nvPr/>
        </p:nvSpPr>
        <p:spPr>
          <a:xfrm>
            <a:off x="10625328" y="3154680"/>
            <a:ext cx="0" cy="27432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22" name="Shape 20"/>
          <p:cNvSpPr/>
          <p:nvPr/>
        </p:nvSpPr>
        <p:spPr>
          <a:xfrm>
            <a:off x="9966960" y="3429000"/>
            <a:ext cx="1316736" cy="0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21"/>
          <p:cNvSpPr/>
          <p:nvPr/>
        </p:nvSpPr>
        <p:spPr>
          <a:xfrm>
            <a:off x="9966960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24" name="Shape 22"/>
          <p:cNvSpPr/>
          <p:nvPr/>
        </p:nvSpPr>
        <p:spPr>
          <a:xfrm>
            <a:off x="11283696" y="3429000"/>
            <a:ext cx="0" cy="246888"/>
          </a:xfrm>
          <a:prstGeom prst="line">
            <a:avLst/>
          </a:prstGeom>
          <a:noFill/>
          <a:ln w="22860">
            <a:solidFill>
              <a:srgbClr val="0614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A"/>
          </a:p>
        </p:txBody>
      </p:sp>
      <p:sp>
        <p:nvSpPr>
          <p:cNvPr id="25" name="Shape 23"/>
          <p:cNvSpPr/>
          <p:nvPr/>
        </p:nvSpPr>
        <p:spPr>
          <a:xfrm>
            <a:off x="4526280" y="896112"/>
            <a:ext cx="3145536" cy="758952"/>
          </a:xfrm>
          <a:prstGeom prst="roundRect">
            <a:avLst>
              <a:gd name="adj" fmla="val 9639"/>
            </a:avLst>
          </a:prstGeom>
          <a:solidFill>
            <a:srgbClr val="F7FAFF"/>
          </a:solidFill>
          <a:ln w="20320">
            <a:solidFill>
              <a:srgbClr val="06144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4581144" y="969264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ASD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analysis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438912" y="2587752"/>
            <a:ext cx="2414016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7780">
            <a:solidFill>
              <a:srgbClr val="1767B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493776" y="2660904"/>
            <a:ext cx="2304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SMM detection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447288" y="2587752"/>
            <a:ext cx="2414016" cy="566928"/>
          </a:xfrm>
          <a:prstGeom prst="roundRect">
            <a:avLst>
              <a:gd name="adj" fmla="val 12903"/>
            </a:avLst>
          </a:prstGeom>
          <a:solidFill>
            <a:srgbClr val="EEF8EA"/>
          </a:solidFill>
          <a:ln w="17780">
            <a:solidFill>
              <a:srgbClr val="3C7A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3502152" y="2660904"/>
            <a:ext cx="2304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Gait analysis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92240" y="2587752"/>
            <a:ext cx="2304288" cy="566928"/>
          </a:xfrm>
          <a:prstGeom prst="roundRect">
            <a:avLst>
              <a:gd name="adj" fmla="val 12903"/>
            </a:avLst>
          </a:prstGeom>
          <a:solidFill>
            <a:srgbClr val="F5EBFA"/>
          </a:solidFill>
          <a:ln w="17780">
            <a:solidFill>
              <a:srgbClr val="6E37A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30"/>
          <p:cNvSpPr/>
          <p:nvPr/>
        </p:nvSpPr>
        <p:spPr>
          <a:xfrm>
            <a:off x="6547104" y="2660904"/>
            <a:ext cx="2194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 motor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36608" y="258775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1E8"/>
          </a:solidFill>
          <a:ln w="17780">
            <a:solidFill>
              <a:srgbClr val="F26A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4" name="Text 32"/>
          <p:cNvSpPr/>
          <p:nvPr/>
        </p:nvSpPr>
        <p:spPr>
          <a:xfrm>
            <a:off x="9491472" y="2660904"/>
            <a:ext cx="226771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analysis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82880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1767B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6" name="Shape 34"/>
          <p:cNvSpPr/>
          <p:nvPr/>
        </p:nvSpPr>
        <p:spPr>
          <a:xfrm>
            <a:off x="182880" y="3703320"/>
            <a:ext cx="1325880" cy="420624"/>
          </a:xfrm>
          <a:prstGeom prst="rect">
            <a:avLst/>
          </a:prstGeom>
          <a:solidFill>
            <a:srgbClr val="1D73C9"/>
          </a:solidFill>
          <a:ln w="6350">
            <a:solidFill>
              <a:srgbClr val="1D73C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5"/>
          <p:cNvSpPr/>
          <p:nvPr/>
        </p:nvSpPr>
        <p:spPr>
          <a:xfrm>
            <a:off x="22860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10896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RGB video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skeleton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Kinect/depth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motion capture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IMU</a:t>
            </a:r>
            <a:endParaRPr lang="en-US" sz="1240" dirty="0"/>
          </a:p>
        </p:txBody>
      </p:sp>
      <p:sp>
        <p:nvSpPr>
          <p:cNvPr id="39" name="Shape 37"/>
          <p:cNvSpPr/>
          <p:nvPr/>
        </p:nvSpPr>
        <p:spPr>
          <a:xfrm>
            <a:off x="1783080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1767B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0" name="Shape 38"/>
          <p:cNvSpPr/>
          <p:nvPr/>
        </p:nvSpPr>
        <p:spPr>
          <a:xfrm>
            <a:off x="1783080" y="3703320"/>
            <a:ext cx="1325880" cy="420624"/>
          </a:xfrm>
          <a:prstGeom prst="rect">
            <a:avLst/>
          </a:prstGeom>
          <a:solidFill>
            <a:srgbClr val="1D73C9"/>
          </a:solidFill>
          <a:ln w="6350">
            <a:solidFill>
              <a:srgbClr val="1D73C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1" name="Text 39"/>
          <p:cNvSpPr/>
          <p:nvPr/>
        </p:nvSpPr>
        <p:spPr>
          <a:xfrm>
            <a:off x="182880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method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911096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SVM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RF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CNN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LSTM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GCN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Transformer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3191256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3C7A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4" name="Shape 42"/>
          <p:cNvSpPr/>
          <p:nvPr/>
        </p:nvSpPr>
        <p:spPr>
          <a:xfrm>
            <a:off x="3191256" y="3703320"/>
            <a:ext cx="1325880" cy="420624"/>
          </a:xfrm>
          <a:prstGeom prst="rect">
            <a:avLst/>
          </a:prstGeom>
          <a:solidFill>
            <a:srgbClr val="4D922D"/>
          </a:solidFill>
          <a:ln w="6350">
            <a:solidFill>
              <a:srgbClr val="4D922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5" name="Text 43"/>
          <p:cNvSpPr/>
          <p:nvPr/>
        </p:nvSpPr>
        <p:spPr>
          <a:xfrm>
            <a:off x="3236976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3319272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RGB video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skeleton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Kinect/depth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motion capture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IMU</a:t>
            </a:r>
            <a:endParaRPr lang="en-US" sz="1240" dirty="0"/>
          </a:p>
        </p:txBody>
      </p:sp>
      <p:sp>
        <p:nvSpPr>
          <p:cNvPr id="47" name="Shape 45"/>
          <p:cNvSpPr/>
          <p:nvPr/>
        </p:nvSpPr>
        <p:spPr>
          <a:xfrm>
            <a:off x="4791456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3C7A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8" name="Shape 46"/>
          <p:cNvSpPr/>
          <p:nvPr/>
        </p:nvSpPr>
        <p:spPr>
          <a:xfrm>
            <a:off x="4791456" y="3703320"/>
            <a:ext cx="1325880" cy="420624"/>
          </a:xfrm>
          <a:prstGeom prst="rect">
            <a:avLst/>
          </a:prstGeom>
          <a:solidFill>
            <a:srgbClr val="4D922D"/>
          </a:solidFill>
          <a:ln w="6350">
            <a:solidFill>
              <a:srgbClr val="4D922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9" name="Text 47"/>
          <p:cNvSpPr/>
          <p:nvPr/>
        </p:nvSpPr>
        <p:spPr>
          <a:xfrm>
            <a:off x="4837176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method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4919472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SVM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RF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CNN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LSTM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GCN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Transformer</a:t>
            </a:r>
            <a:endParaRPr lang="en-US" sz="1240" dirty="0"/>
          </a:p>
        </p:txBody>
      </p:sp>
      <p:sp>
        <p:nvSpPr>
          <p:cNvPr id="51" name="Shape 49"/>
          <p:cNvSpPr/>
          <p:nvPr/>
        </p:nvSpPr>
        <p:spPr>
          <a:xfrm>
            <a:off x="6236208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6E37A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2" name="Shape 50"/>
          <p:cNvSpPr/>
          <p:nvPr/>
        </p:nvSpPr>
        <p:spPr>
          <a:xfrm>
            <a:off x="6236208" y="3703320"/>
            <a:ext cx="1325880" cy="420624"/>
          </a:xfrm>
          <a:prstGeom prst="rect">
            <a:avLst/>
          </a:prstGeom>
          <a:solidFill>
            <a:srgbClr val="7650AA"/>
          </a:solidFill>
          <a:ln w="6350">
            <a:solidFill>
              <a:srgbClr val="7650A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3" name="Text 51"/>
          <p:cNvSpPr/>
          <p:nvPr/>
        </p:nvSpPr>
        <p:spPr>
          <a:xfrm>
            <a:off x="6281928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6364224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RGB video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skeleton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Kinect/depth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motion capture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IMU</a:t>
            </a:r>
            <a:endParaRPr lang="en-US" sz="1240" dirty="0"/>
          </a:p>
        </p:txBody>
      </p:sp>
      <p:sp>
        <p:nvSpPr>
          <p:cNvPr id="55" name="Shape 53"/>
          <p:cNvSpPr/>
          <p:nvPr/>
        </p:nvSpPr>
        <p:spPr>
          <a:xfrm>
            <a:off x="7726680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6E37A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6" name="Shape 54"/>
          <p:cNvSpPr/>
          <p:nvPr/>
        </p:nvSpPr>
        <p:spPr>
          <a:xfrm>
            <a:off x="7726680" y="3703320"/>
            <a:ext cx="1325880" cy="420624"/>
          </a:xfrm>
          <a:prstGeom prst="rect">
            <a:avLst/>
          </a:prstGeom>
          <a:solidFill>
            <a:srgbClr val="7650AA"/>
          </a:solidFill>
          <a:ln w="6350">
            <a:solidFill>
              <a:srgbClr val="7650A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7" name="Text 55"/>
          <p:cNvSpPr/>
          <p:nvPr/>
        </p:nvSpPr>
        <p:spPr>
          <a:xfrm>
            <a:off x="777240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method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7854696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SVM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RF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CNN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LSTM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GCN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Transformer</a:t>
            </a:r>
            <a:endParaRPr lang="en-US" sz="1240" dirty="0"/>
          </a:p>
        </p:txBody>
      </p:sp>
      <p:sp>
        <p:nvSpPr>
          <p:cNvPr id="59" name="Shape 57"/>
          <p:cNvSpPr/>
          <p:nvPr/>
        </p:nvSpPr>
        <p:spPr>
          <a:xfrm>
            <a:off x="9180576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F26A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0" name="Shape 58"/>
          <p:cNvSpPr/>
          <p:nvPr/>
        </p:nvSpPr>
        <p:spPr>
          <a:xfrm>
            <a:off x="9180576" y="3703320"/>
            <a:ext cx="1325880" cy="420624"/>
          </a:xfrm>
          <a:prstGeom prst="rect">
            <a:avLst/>
          </a:prstGeom>
          <a:solidFill>
            <a:srgbClr val="F57A12"/>
          </a:solidFill>
          <a:ln w="6350">
            <a:solidFill>
              <a:srgbClr val="F57A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1" name="Text 59"/>
          <p:cNvSpPr/>
          <p:nvPr/>
        </p:nvSpPr>
        <p:spPr>
          <a:xfrm>
            <a:off x="9226296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type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9308592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RGB video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skeleton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Kinect/depth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motion capture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IMU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10744200" y="3703320"/>
            <a:ext cx="1325880" cy="261518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F26A0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4" name="Shape 62"/>
          <p:cNvSpPr/>
          <p:nvPr/>
        </p:nvSpPr>
        <p:spPr>
          <a:xfrm>
            <a:off x="10744200" y="3703320"/>
            <a:ext cx="1325880" cy="420624"/>
          </a:xfrm>
          <a:prstGeom prst="rect">
            <a:avLst/>
          </a:prstGeom>
          <a:solidFill>
            <a:srgbClr val="F57A12"/>
          </a:solidFill>
          <a:ln w="6350">
            <a:solidFill>
              <a:srgbClr val="F57A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5" name="Text 63"/>
          <p:cNvSpPr/>
          <p:nvPr/>
        </p:nvSpPr>
        <p:spPr>
          <a:xfrm>
            <a:off x="10789920" y="3767328"/>
            <a:ext cx="12344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method</a:t>
            </a:r>
            <a:endParaRPr lang="en-US" sz="1550" dirty="0"/>
          </a:p>
        </p:txBody>
      </p:sp>
      <p:sp>
        <p:nvSpPr>
          <p:cNvPr id="66" name="Text 64"/>
          <p:cNvSpPr/>
          <p:nvPr/>
        </p:nvSpPr>
        <p:spPr>
          <a:xfrm>
            <a:off x="10872216" y="4297680"/>
            <a:ext cx="109728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SVM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RF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CNN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LSTM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GCN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Transformer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Macintosh PowerPoint</Application>
  <PresentationFormat>Widescreen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Taxonomy of AI-Based ASD Movement Analysis</dc:title>
  <dc:subject>Taxonomy of AI-Based ASD Movement Analysis</dc:subject>
  <dc:creator>OpenAI</dc:creator>
  <cp:lastModifiedBy>Imane Rachidi</cp:lastModifiedBy>
  <cp:revision>1</cp:revision>
  <dcterms:created xsi:type="dcterms:W3CDTF">2026-05-29T16:53:56Z</dcterms:created>
  <dcterms:modified xsi:type="dcterms:W3CDTF">2026-08-22T00:38:07Z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49cdb0-df85-4afd-961a-ad17bdfc31a5_Enabled">
    <vt:lpwstr>true</vt:lpwstr>
  </property>
  <property fmtid="{D5CDD505-2E9C-101B-9397-08002B2CF9AE}" pid="3" name="MSIP_Label_3d49cdb0-df85-4afd-961a-ad17bdfc31a5_SetDate">
    <vt:lpwstr>2026-08-22T00:38:06Z</vt:lpwstr>
  </property>
  <property fmtid="{D5CDD505-2E9C-101B-9397-08002B2CF9AE}" pid="4" name="MSIP_Label_3d49cdb0-df85-4afd-961a-ad17bdfc31a5_Method">
    <vt:lpwstr>Standard</vt:lpwstr>
  </property>
  <property fmtid="{D5CDD505-2E9C-101B-9397-08002B2CF9AE}" pid="5" name="MSIP_Label_3d49cdb0-df85-4afd-961a-ad17bdfc31a5_Name">
    <vt:lpwstr>General</vt:lpwstr>
  </property>
  <property fmtid="{D5CDD505-2E9C-101B-9397-08002B2CF9AE}" pid="6" name="MSIP_Label_3d49cdb0-df85-4afd-961a-ad17bdfc31a5_SiteId">
    <vt:lpwstr>810c295f-e817-4c4e-8996-9b66369b8012</vt:lpwstr>
  </property>
  <property fmtid="{D5CDD505-2E9C-101B-9397-08002B2CF9AE}" pid="7" name="MSIP_Label_3d49cdb0-df85-4afd-961a-ad17bdfc31a5_ActionId">
    <vt:lpwstr>04d9a1f8-d851-4df1-aac1-dc97b4f18b85</vt:lpwstr>
  </property>
  <property fmtid="{D5CDD505-2E9C-101B-9397-08002B2CF9AE}" pid="8" name="MSIP_Label_3d49cdb0-df85-4afd-961a-ad17bdfc31a5_ContentBits">
    <vt:lpwstr>0</vt:lpwstr>
  </property>
  <property fmtid="{D5CDD505-2E9C-101B-9397-08002B2CF9AE}" pid="9" name="MSIP_Label_3d49cdb0-df85-4afd-961a-ad17bdfc31a5_Tag">
    <vt:lpwstr>50, 3, 0, 1</vt:lpwstr>
  </property>
</Properties>
</file>